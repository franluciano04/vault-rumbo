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el contenido del «Documento con el MVC» que pide la cátedra, igual que el documento entregado. El material completo (anexos, todos los diagramas y pantallas) está en la carpeta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se puede cambiar sin tocar las otras mientras se respete el contrato entre ellas: OpenAPI entre frontend y backend, y el esquema SQL entre backend y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de CU-20 es una propuesta del equipo (el documento lo tiene completo, con un ejemplo). CLAUDE.md completo va en la carpeta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permite que los diagramas vivan junto al análisis y se mantengan al día: si cambia el modelo, se cambia el código y se regenera 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(20/11), PC3 pruebas y documentación (04/12). Cada cierre deja un tag en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igma.com/design/5rq8HOlZQ3uu4IUpBuhuZ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problema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 y qué ofrece el mercado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Objetivos, alcance, actores y casos de uso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datos; interfaces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Paloma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8251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flujo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 y modelo C4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Nahuel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SQL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 script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Nahuel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V–C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08660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y contrato OpenAPI en JSON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08660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Nahuel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467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50876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agentes de IA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del producto, los agentes y sus prompts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8251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8251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con Mermaid.js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708660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1554480"/>
                <a:gridCol w="2011680"/>
                <a:gridCol w="194767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frontend, backend y base de datos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Arquitectura\img\ARQ-capas-concep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7029" y="1417320"/>
            <a:ext cx="9337638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 los once módulos según el rol, y mobile con agenda, alertas y clientes. Muestra y valida; no decide reglas.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5424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negocio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35424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puerta al dominio: permisos por rol, un caso de uso por transacción, estados y el proceso diario.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65008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93608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 15 tablas: protege la integridad con claves y restricciones; todo es baja lógica.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lucia\OneDrive\Desktop\Trabajo de campo\Vault-Rumbo\07-Entregables\Prototipo\img\49-admin-agenda-ag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lucia\OneDrive\Desktop\Trabajo de campo\Vault-Rumbo\07-Entregables\Prototipo\img\28-cu21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 de la empresa</a:t>
            </a:r>
            <a:endParaRPr lang="en-US" sz="1300" dirty="0"/>
          </a:p>
        </p:txBody>
      </p:sp>
      <p:pic>
        <p:nvPicPr>
          <p:cNvPr id="19" name="Image 3" descr="C:\Users\lucia\OneDrive\Desktop\Trabajo de campo\Vault-Rumbo\07-Entregables\Prototipo\img\34-freelance-embu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7-Entregables\Prototipo\img\35-mobi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lucia\OneDrive\Desktop\Trabajo de campo\Vault-Rumbo\07-Entregables\Prototipo\img\53-mobile-detalle-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lucia\OneDrive\Desktop\Trabajo de campo\Vault-Rumbo\07-Entregables\Prototipo\img\57-mobile-clien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lucia\OneDrive\Desktop\Trabajo de campo\Vault-Rumbo\07-Entregables\Prototipo\img\36-mobile-ficha-clien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3-Dominio\Diagramas\Clases\DGM-cl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Arquitectura\img\ARQ-desplie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Arquitectura\img\ARQ-C4-1-contex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lucia\OneDrive\Desktop\Trabajo de campo\Vault-Rumbo\05-Diseño\Arquitectura\img\ARQ-C4-2-contene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Arquitectura\img\ARQ-C4-3-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DATOS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3-Dominio\Diagramas\DER\DGM-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Arquitectura\img\ARQ-MV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760720" cy="4663440"/>
          </a:xfrm>
          <a:prstGeom prst="roundRect">
            <a:avLst>
              <a:gd name="adj" fmla="val 2353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CU-20 · IA del producto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10312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redactor de contenido para redes sociales de una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agencia de turismo argentina. [...]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Proponé UN borrador a partir del tema, el canal y el tono.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Usá solo la información del pedido: no inventes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precios, fechas ni cupos. Si falta un dato, dejá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 marcador: [precio], [fecha de salida].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incluyas datos personales de clientes.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Adaptá el formato al canal: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instagram: hasta 120 palabras, llamada a la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acción y entre 3 y 6 hashtags.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tiktok: guion de 15 a 30 segundos en escenas.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whatsapp_ventas: hasta 60 palabras, sin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hashtags, con una pregunta final.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No publicás nada: una persona revisa y publica.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035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9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Tema: {tema} · Canal: {canal} · Tono: {tono}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5056632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prompt del agente de desarrollo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14884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lo lee al empezar cada sesión: es su prompt de sistema para este proyecto.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entrar en contexto: identificar a la persona, traer el trabajo del equipo y leer el estado.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respetar el alcance, no inventar datos del negocio y no aprobar nada sin el equipo.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cerrar: registrar en la bitácora, hacer commit con la identidad de la persona y subir.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MODELADO CON MERMAID.JS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34 diagramas del proyecto están escritos en Mermaid.js, dentro de la nota que los explica.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versionan en Git: cada cambio queda registrado con su autor.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genera desde el código, nunca a mano, con mermaid-cli y el motor ELK.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clases, secuencia, estados y entidad-relación; casos de uso, actividad y C4 con diagramas de flujo.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463040"/>
            <a:ext cx="5879592" cy="1691640"/>
          </a:xfrm>
          <a:prstGeom prst="roundRect">
            <a:avLst>
              <a:gd name="adj" fmla="val 6486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0" y="164592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LR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Push(["Cambio en el código"]) --&gt; Lint["Estilo y análisis estático"]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 --&gt; Tipos["Chequeo de tipos"]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Tipos --&gt; Tests["Pruebas automáticas"]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Tests --&gt; Seg["Seguridad: dependencias,&lt;br/&gt;código y secretos"]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Seg --&gt; Deploy(["Despliegue en el servidor&lt;br/&gt;solo desde la rama principal"])</a:t>
            </a:r>
            <a:endParaRPr lang="en-US" sz="1050" dirty="0"/>
          </a:p>
        </p:txBody>
      </p:sp>
      <p:pic>
        <p:nvPicPr>
          <p:cNvPr id="10" name="Image 0" descr="C:\Users\lucia\OneDrive\Desktop\Trabajo de campo\Vault-Rumbo\05-Diseño\img\DES-pipeline-ca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811071"/>
            <a:ext cx="5879592" cy="6074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49834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código completo del diagrama del pipeline de calidad, y la imagen que se genera a partir de él.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img\DES-iter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902" y="1371600"/>
            <a:ext cx="9407149" cy="2651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7" name="Image 0" descr="C:\Users\lucia\OneDrive\Desktop\Trabajo de campo\Vault-Rumbo\05-Diseño\img\DES-pipeline-ca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20/11/26 —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Francisco Luciano, Nahuel Viniegra y Paloma Patiño</cp:lastModifiedBy>
  <cp:revision>1</cp:revision>
  <dcterms:created xsi:type="dcterms:W3CDTF">2026-09-30T22:19:52Z</dcterms:created>
  <dcterms:modified xsi:type="dcterms:W3CDTF">2026-09-30T22:19:52Z</dcterms:modified>
</cp:coreProperties>
</file>